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(%)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Arquitetura</c:v>
                  </c:pt>
                  <c:pt idx="1">
                    <c:v>Funcional.</c:v>
                  </c:pt>
                  <c:pt idx="2">
                    <c:v>Streaming</c:v>
                  </c:pt>
                  <c:pt idx="3">
                    <c:v>Compressão</c:v>
                  </c:pt>
                  <c:pt idx="4">
                    <c:v>UX</c:v>
                  </c:pt>
                  <c:pt idx="5">
                    <c:v>Defesa</c:v>
                  </c:pt>
                  <c:pt idx="6">
                    <c:v>Docs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B1F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1417320"/>
            <a:ext cx="502920" cy="502920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MULTIMÉDIA 2026 · PROJETO FINAL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ISPTEC News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68680" y="3794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 de Notícias Multimédia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44348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· Comprimir · Transmitir · Consumir — em Web, Desktop e Mobile.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86968" y="5440680"/>
            <a:ext cx="3840480" cy="0"/>
          </a:xfrm>
          <a:prstGeom prst="line">
            <a:avLst/>
          </a:prstGeom>
          <a:noFill/>
          <a:ln w="12700">
            <a:solidFill>
              <a:srgbClr val="2A3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26 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Dálcio Garcia (20170796)  ·  Osvaldo Marcolino (20210423)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Bongo Cahisso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46304" cy="146304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530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uma plataforma de notícias multimédia de raiz, com arquitetura cliente-servidor real, que cubra todo o ciclo do conteúdo — e funcione em vários dispositivos sobre uma única API.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do projeto: português. Demonstração principal local (a máquina como servidor).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1828800"/>
            <a:ext cx="26151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46520" y="2084832"/>
            <a:ext cx="91440" cy="457200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9" name="Text 7"/>
          <p:cNvSpPr/>
          <p:nvPr/>
        </p:nvSpPr>
        <p:spPr>
          <a:xfrm>
            <a:off x="6702552" y="206654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02552" y="261518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Texto, imagem, áudio e vídeo num CMS próprio.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336024" y="1828800"/>
            <a:ext cx="26151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336024" y="2084832"/>
            <a:ext cx="91440" cy="457200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13" name="Text 11"/>
          <p:cNvSpPr/>
          <p:nvPr/>
        </p:nvSpPr>
        <p:spPr>
          <a:xfrm>
            <a:off x="9592056" y="206654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Comprimir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592056" y="261518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Codecs reais + algoritmo próprio, com métricas.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3931920"/>
            <a:ext cx="26151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4187952"/>
            <a:ext cx="91440" cy="457200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17" name="Text 15"/>
          <p:cNvSpPr/>
          <p:nvPr/>
        </p:nvSpPr>
        <p:spPr>
          <a:xfrm>
            <a:off x="6702552" y="416966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Transmitir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702552" y="471830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 por streaming e emissão ao vivo.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36024" y="3931920"/>
            <a:ext cx="26151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36024" y="4187952"/>
            <a:ext cx="91440" cy="457200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21" name="Text 19"/>
          <p:cNvSpPr/>
          <p:nvPr/>
        </p:nvSpPr>
        <p:spPr>
          <a:xfrm>
            <a:off x="9592056" y="416966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Consumir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592056" y="471830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Ler, ouvir, comentar, guardar e partilhar.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· Grupo 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19088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46304" cy="146304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530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 em números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1460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2976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Desktop · Mobile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9584" y="219456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9584" y="251460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02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3529584" y="37947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REST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66744" y="42976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· Express · Prisma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19088" y="219456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9088" y="251460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02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6419088" y="37947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dados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56248" y="42976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08592" y="219456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08592" y="251460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02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600" dirty="0"/>
          </a:p>
        </p:txBody>
      </p:sp>
      <p:sp>
        <p:nvSpPr>
          <p:cNvPr id="19" name="Text 17"/>
          <p:cNvSpPr/>
          <p:nvPr/>
        </p:nvSpPr>
        <p:spPr>
          <a:xfrm>
            <a:off x="9308592" y="37947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pacote partilhado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45752" y="42976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+ validação (zod)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em TypeScript — o mesmo modelo de dados e validação em toda a stack, sem duplicação.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· Grupo 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19088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46304" cy="146304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530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 — 25%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cliente-servidor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30552"/>
            <a:ext cx="91440" cy="585216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122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78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73552"/>
            <a:ext cx="91440" cy="585216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552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Desktop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621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416552"/>
            <a:ext cx="91440" cy="585216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982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764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/ React Native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2423160"/>
            <a:ext cx="1737360" cy="96012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00400" y="3566160"/>
            <a:ext cx="17373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00400" y="4709160"/>
            <a:ext cx="1737360" cy="-96012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0" y="2743200"/>
            <a:ext cx="2743200" cy="1554480"/>
          </a:xfrm>
          <a:prstGeom prst="roundRect">
            <a:avLst>
              <a:gd name="adj" fmla="val 529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REST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· Express · Prisma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CMS · Compressão · Streaming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0" y="3520440"/>
            <a:ext cx="123444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06840" y="278892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EEF2F8"/>
          </a:solidFill>
          <a:ln/>
        </p:spPr>
      </p:sp>
      <p:sp>
        <p:nvSpPr>
          <p:cNvPr id="26" name="Text 24"/>
          <p:cNvSpPr/>
          <p:nvPr/>
        </p:nvSpPr>
        <p:spPr>
          <a:xfrm>
            <a:off x="900684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16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0684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Docker (dev)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EEF2F8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5321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cliente toca na base de dados.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packages/shared partilha tipos e validação (zod); a URL da API é configurável por variável de ambiente (local ou produção).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· Grupo 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19088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46304" cy="146304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530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ELIMINAÇÃO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três pilares obrigatórios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faltar um destes, o projeto reprova. Por isso foram feitos cedo, a sério — e estão verificados.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511296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3511296" cy="128016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606040"/>
            <a:ext cx="777240" cy="777240"/>
          </a:xfrm>
          <a:prstGeom prst="ellipse">
            <a:avLst/>
          </a:prstGeom>
          <a:solidFill>
            <a:srgbClr val="E0242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356616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Compressão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43434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próprio: codecs reais + algoritmo Huffman implementado por nós, com métricas.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98264" y="2194560"/>
            <a:ext cx="3511296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98264" y="2194560"/>
            <a:ext cx="3511296" cy="128016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14" name="Shape 12"/>
          <p:cNvSpPr/>
          <p:nvPr/>
        </p:nvSpPr>
        <p:spPr>
          <a:xfrm>
            <a:off x="4718304" y="2606040"/>
            <a:ext cx="777240" cy="777240"/>
          </a:xfrm>
          <a:prstGeom prst="ellipse">
            <a:avLst/>
          </a:prstGeom>
          <a:solidFill>
            <a:srgbClr val="E02424"/>
          </a:solidFill>
          <a:ln/>
        </p:spPr>
      </p:sp>
      <p:sp>
        <p:nvSpPr>
          <p:cNvPr id="15" name="Text 13"/>
          <p:cNvSpPr/>
          <p:nvPr/>
        </p:nvSpPr>
        <p:spPr>
          <a:xfrm>
            <a:off x="4718304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18304" y="356616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718304" y="43434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 por HTTP Range (seek real) e emissão ao vivo por HLS — nunca simulado.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6448" y="2194560"/>
            <a:ext cx="3511296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56448" y="2194560"/>
            <a:ext cx="3511296" cy="128016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20" name="Shape 18"/>
          <p:cNvSpPr/>
          <p:nvPr/>
        </p:nvSpPr>
        <p:spPr>
          <a:xfrm>
            <a:off x="8476488" y="2606040"/>
            <a:ext cx="777240" cy="777240"/>
          </a:xfrm>
          <a:prstGeom prst="ellipse">
            <a:avLst/>
          </a:prstGeom>
          <a:solidFill>
            <a:srgbClr val="E02424"/>
          </a:solidFill>
          <a:ln/>
        </p:spPr>
      </p:sp>
      <p:sp>
        <p:nvSpPr>
          <p:cNvPr id="21" name="Text 19"/>
          <p:cNvSpPr/>
          <p:nvPr/>
        </p:nvSpPr>
        <p:spPr>
          <a:xfrm>
            <a:off x="8476488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476488" y="356616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 multiplataforma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476488" y="43434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Desktop e Mobile em paridade, sobre a mesma API REST.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· Grupo 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419088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46304" cy="146304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530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 — AUTO-FAIL · 10%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Compressão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 compressão próprio.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dos codecs padrão da indústria, implementámos um algoritmo Huffman — para demonstrar conhecimento, não apenas usar bibliotecas.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5193792" cy="3383280"/>
          </a:xfrm>
          <a:prstGeom prst="roundRect">
            <a:avLst>
              <a:gd name="adj" fmla="val 2432"/>
            </a:avLst>
          </a:prstGeom>
          <a:solidFill>
            <a:srgbClr val="EEF2F8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COMPRIMIMOS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— WebP / JPEG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 — MP3 / AAC / OGG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— H.264 / H.265 / VP9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Huffman próprio (núcleo do JPEG)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5321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ficheiro gera variantes com rácio, PSNR (qualidade) e tempo — visível ao vivo no Modo Programador.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· Grupo 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419088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46304" cy="146304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530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 — AUTO-FAIL · 15%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real, nunca simulado.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a pedido (VOD) servido por HTTP Range — o player faz seek real (resposta 206) — e emissão ao vivo por HLS.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5193792" cy="3383280"/>
          </a:xfrm>
          <a:prstGeom prst="roundRect">
            <a:avLst>
              <a:gd name="adj" fmla="val 2432"/>
            </a:avLst>
          </a:prstGeom>
          <a:solidFill>
            <a:srgbClr val="EEF2F8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AO VIVO (3 FONTES)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no browser → MediaRecorder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WebSocket → FFmpeg → HLS → hls.js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Telemóvel (QR) · Webcam · Ficheiro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instalar nada; nada arranca sem confirmar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5321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corre todo no browser e na nossa API — sem aplicações externas.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· Grupo 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419088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46304" cy="146304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530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 — AUTO-FAIL · ARQUITETURA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 multiplataforma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clientes, uma só API.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conta e os mesmos dados em Web, Desktop e Mobile. A URL da API muda com uma única variável de ambiente.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5193792" cy="3383280"/>
          </a:xfrm>
          <a:prstGeom prst="roundRect">
            <a:avLst>
              <a:gd name="adj" fmla="val 2432"/>
            </a:avLst>
          </a:prstGeom>
          <a:solidFill>
            <a:srgbClr val="EEF2F8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CLIENTES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— React + Vite (app principal)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— Electron (embrulha a Web)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— Expo / React Native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reproduz media offline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5321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paridade de funcionalidades: feed, detalhe, comentários, TTS, resumo do dia, partilhar e guardar.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· Grupo 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419088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46304" cy="146304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530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— 25%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 plataforma faz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1284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7627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Autenticação &amp; papéis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bcrypt; ADMIN, EDITOR e LEITOR com permissões reais.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8264" y="192024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2584" y="221284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75504" y="217627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CMS multi-formato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72584" y="27889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com texto, imagem, áudio e vídeo; rascunho/publicado.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6448" y="192024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30768" y="221284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843076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33688" y="217627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Categorias, filtro &amp; pesquisa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30768" y="27889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filtrável por categoria e pesquisa por título/resumo.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27024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423367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Comentários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4400" y="48463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 nas notícias; eliminar pelo autor ou admin.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98264" y="397764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72584" y="427024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4672584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75504" y="423367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Ouvir &amp; Resumo do dia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672584" y="48463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em voz alta (TTS pt-PT) e top de notícias do dia.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56448" y="397764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30768" y="427024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2" name="Text 30"/>
          <p:cNvSpPr/>
          <p:nvPr/>
        </p:nvSpPr>
        <p:spPr>
          <a:xfrm>
            <a:off x="8430768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33688" y="423367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Partilhar &amp; Guardar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430768" y="48463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Partilha (respeita o túnel) e notícias guardadas por conta.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· Grupo 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64240" y="6419088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46304" cy="146304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530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— 10%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experiência editorial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91440" cy="1234440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860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Tema com 3 modos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Sistema, claro e escuro — o modo Sistema segue o SO em tempo real.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286000"/>
            <a:ext cx="91440" cy="1234440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860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 reais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de Tempo e Mercados com dados em direto, sem simulações.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343400"/>
            <a:ext cx="91440" cy="1234440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4892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telemóvel ao desktop, sem quebras de layout.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4069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4343400"/>
            <a:ext cx="91440" cy="1234440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4892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carregamento e erro tratados, com repetição.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· Grupo 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19088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46304" cy="146304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530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somamos pontos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74980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2011680"/>
            <a:ext cx="3200400" cy="3840480"/>
          </a:xfrm>
          <a:prstGeom prst="roundRect">
            <a:avLst>
              <a:gd name="adj" fmla="val 257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B1F3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953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Eliminação — cobertos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953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0" y="2862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próprio + selftest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9536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96112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61120" y="4133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 Range + HLS ao vivo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9536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961120" y="4727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961120" y="50657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Desktop · Mobile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· Grupo 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64240" y="6419088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46304" cy="146304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530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percurso da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02536"/>
            <a:ext cx="457200" cy="457200"/>
          </a:xfrm>
          <a:prstGeom prst="ellipse">
            <a:avLst/>
          </a:prstGeom>
          <a:solidFill>
            <a:srgbClr val="E0242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1874520"/>
            <a:ext cx="697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liga à base de dados; os 3 clientes na mesma API.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24328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EEF2F8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2752344"/>
            <a:ext cx="457200" cy="457200"/>
          </a:xfrm>
          <a:prstGeom prst="ellipse">
            <a:avLst/>
          </a:prstGeom>
          <a:solidFill>
            <a:srgbClr val="E02424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26243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&amp; papéis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2624328"/>
            <a:ext cx="697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Login; um leitor a tentar ação de editor recebe 403.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374136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502152"/>
            <a:ext cx="457200" cy="457200"/>
          </a:xfrm>
          <a:prstGeom prst="ellipse">
            <a:avLst/>
          </a:prstGeom>
          <a:solidFill>
            <a:srgbClr val="E02424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337413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Compressão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3374136"/>
            <a:ext cx="697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relatório antes/depois; Modo Programador ao vivo.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123944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EEF2F8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251960"/>
            <a:ext cx="457200" cy="457200"/>
          </a:xfrm>
          <a:prstGeom prst="ellipse">
            <a:avLst/>
          </a:prstGeom>
          <a:solidFill>
            <a:srgbClr val="E02424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412394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97680" y="4123944"/>
            <a:ext cx="697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num vídeo (Range) e “Iniciar transmissão” → AO VIVO (HLS).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873752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5001768"/>
            <a:ext cx="457200" cy="457200"/>
          </a:xfrm>
          <a:prstGeom prst="ellipse">
            <a:avLst/>
          </a:prstGeom>
          <a:solidFill>
            <a:srgbClr val="E02424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08760" y="487375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Multiplataforma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97680" y="4873752"/>
            <a:ext cx="697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conta na Web, Desktop e Mobile; offline no Mobile.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62356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EEF2F8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" y="5751576"/>
            <a:ext cx="457200" cy="457200"/>
          </a:xfrm>
          <a:prstGeom prst="ellipse">
            <a:avLst/>
          </a:prstGeom>
          <a:solidFill>
            <a:srgbClr val="E02424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5751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508760" y="56235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 &amp; logs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297680" y="5623560"/>
            <a:ext cx="697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login → 429 (rate-limit); ecrã de logs no admin.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ISPTEC News · Grupo 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64240" y="6419088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1371600"/>
            <a:ext cx="502920" cy="502920"/>
          </a:xfrm>
          <a:prstGeom prst="rect">
            <a:avLst/>
          </a:prstGeom>
          <a:solidFill>
            <a:srgbClr val="E024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574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ISPTEC News — Plataforma de Notícias Multimédia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86968" y="4206240"/>
            <a:ext cx="3840480" cy="0"/>
          </a:xfrm>
          <a:prstGeom prst="line">
            <a:avLst/>
          </a:prstGeom>
          <a:noFill/>
          <a:ln w="12700">
            <a:solidFill>
              <a:srgbClr val="2A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Dálcio Garcia</a:t>
            </a:r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20170796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Osvaldo Marcolino</a:t>
            </a:r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20210423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Bongo Cahisso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ISPTEC News — Apresentação</dc:title>
  <dc:subject>PptxGenJS Presentation</dc:subject>
  <dc:creator>Grupo 26 — ISPTEC News</dc:creator>
  <cp:lastModifiedBy>Grupo 26 — ISPTEC News</cp:lastModifiedBy>
  <cp:revision>1</cp:revision>
  <dcterms:created xsi:type="dcterms:W3CDTF">2026-06-20T23:27:31Z</dcterms:created>
  <dcterms:modified xsi:type="dcterms:W3CDTF">2026-06-20T23:27:31Z</dcterms:modified>
</cp:coreProperties>
</file>